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104" y="-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1/23/17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8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2/4/17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7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2/4/17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9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2/4/17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2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2/4/17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3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2/4/17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0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2/4/17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9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2/4/17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6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2/4/17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89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2/4/17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94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B3D3-9F02-8544-8631-A0115D123CC2}" type="datetimeFigureOut">
              <a:rPr lang="en-US" smtClean="0"/>
              <a:t>2/4/17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7B3D3-9F02-8544-8631-A0115D123CC2}" type="datetimeFigureOut">
              <a:rPr lang="en-US" smtClean="0"/>
              <a:t>1/23/17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3D975-C161-594D-A6CA-A3D2BE05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1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iking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77"/>
          <a:stretch/>
        </p:blipFill>
        <p:spPr>
          <a:xfrm>
            <a:off x="1051171" y="834145"/>
            <a:ext cx="2550507" cy="22478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62118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17040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Rebecca</dc:creator>
  <cp:lastModifiedBy>Rebecca</cp:lastModifiedBy>
  <cp:revision>1</cp:revision>
  <dcterms:created xsi:type="dcterms:W3CDTF">2017-01-24T03:24:36Z</dcterms:created>
  <dcterms:modified xsi:type="dcterms:W3CDTF">2017-02-04T23:25:16Z</dcterms:modified>
</cp:coreProperties>
</file>